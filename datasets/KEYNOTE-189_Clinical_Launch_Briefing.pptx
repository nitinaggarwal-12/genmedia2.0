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Keytruda (pembrolizumab) Clinical Indication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Medication: Keytruda (pembrolizumab)</a:t>
            </a:r>
          </a:p>
          <a:p>
            <a:pPr>
              <a:defRPr sz="1800"/>
            </a:pPr>
            <a:r>
              <a:t>Indication: First-line metastatic non-squamous non-small cell lung cancer (NSCLC) with no EGFR or ALK genomic tumor aberrations.</a:t>
            </a:r>
          </a:p>
          <a:p>
            <a:pPr>
              <a:defRPr sz="1800"/>
            </a:pPr>
            <a:r>
              <a:t>Target Population: Adults in the first-line setting.</a:t>
            </a:r>
          </a:p>
          <a:p>
            <a:pPr>
              <a:defRPr sz="1800" i="1"/>
            </a:pPr>
            <a:r>
              <a:t>Core Marketing Hook: Redefining overall survival boundaries with Keytruda in first-line NSCLC.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KEYNOTE-189 Trial Efficacy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Clinical Trial: KEYNOTE-189 Phase III Study (NCT02578680)</a:t>
            </a:r>
          </a:p>
          <a:p>
            <a:pPr>
              <a:defRPr sz="1800"/>
            </a:pPr>
            <a:r>
              <a:t>Key Efficacy Claim: Keytruda (pembrolizumab) Efficacy: 56% Overall Response Rate (ORR) at Week 24 (KEYNOTE-189 study).</a:t>
            </a:r>
          </a:p>
          <a:p>
            <a:pPr>
              <a:defRPr sz="1600"/>
            </a:pPr>
            <a:r>
              <a:t>Veeva PromoMats Reference: Veeva Ref #V-2026-KT089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Immune-Mediated Adverse Reactions &amp; Safety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Safety Parameter: Grade 3/4 Immune-Mediated Adverse Reactions</a:t>
            </a:r>
          </a:p>
          <a:p>
            <a:pPr>
              <a:defRPr sz="1800"/>
            </a:pPr>
            <a:r>
              <a:t>Key Safety Claim: Keytruda Safety Profile: 10% Grade 3/4 Immune-Mediated Adverse Reactions.</a:t>
            </a:r>
          </a:p>
          <a:p>
            <a:pPr>
              <a:defRPr sz="1600"/>
            </a:pPr>
            <a:r>
              <a:t>Veeva PromoMats Reference: Veeva Ref #V-2026-KTS99</a:t>
            </a:r>
          </a:p>
          <a:p>
            <a:pPr>
              <a:defRPr sz="1400" b="1"/>
            </a:pPr>
            <a:r>
              <a:t>Regulatory Warning: Severe and fatal immune-mediated adverse reactions can occur in any organ system or tissue.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